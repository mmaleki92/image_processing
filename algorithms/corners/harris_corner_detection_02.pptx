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ad1b561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ad1b561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ad1b56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ead1b56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ead1b56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ead1b56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ead1b561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ead1b561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ead1b561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ead1b56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ad1b561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ad1b561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ad1b561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ad1b56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ad1b561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ad1b561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ad1b561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ad1b561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ad1b561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ad1b561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ead1b561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ead1b561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ead1b561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ead1b561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ead1b561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ead1b561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ad1b561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ad1b561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ad1b561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ad1b561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ead1b561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ead1b561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ead1b561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ead1b561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ead1b561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ead1b561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ead1b561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ead1b561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5100" y="2078025"/>
            <a:ext cx="3211225" cy="267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71325" y="918625"/>
            <a:ext cx="809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dk1"/>
                </a:solidFill>
              </a:rPr>
              <a:t>Visualizing Quadratics</a:t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250" y="201875"/>
            <a:ext cx="549949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250" y="201875"/>
            <a:ext cx="5499492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0698" y="3519101"/>
            <a:ext cx="1143150" cy="13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825" y="759075"/>
            <a:ext cx="5048526" cy="34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725" y="152400"/>
            <a:ext cx="803558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25" y="152400"/>
            <a:ext cx="82967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50" y="152400"/>
            <a:ext cx="847750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813" y="753050"/>
            <a:ext cx="5352376" cy="40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925" y="152400"/>
            <a:ext cx="58981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125" y="152400"/>
            <a:ext cx="66817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450" y="152400"/>
            <a:ext cx="655109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275" y="117075"/>
            <a:ext cx="664145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800" y="1653900"/>
            <a:ext cx="6052399" cy="10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25" y="3213825"/>
            <a:ext cx="4970774" cy="11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463" y="2010800"/>
            <a:ext cx="63150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338" y="1714100"/>
            <a:ext cx="45053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00" y="1558625"/>
            <a:ext cx="510540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750" y="88800"/>
            <a:ext cx="662927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450" y="1841275"/>
            <a:ext cx="5090925" cy="6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550" y="1773700"/>
            <a:ext cx="4922850" cy="13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550" y="237175"/>
            <a:ext cx="680324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