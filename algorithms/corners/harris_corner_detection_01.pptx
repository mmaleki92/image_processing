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Comfortaa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schemas.openxmlformats.org/officeDocument/2006/relationships/font" Target="fonts/Comfortaa-bold.fntdata"/><Relationship Id="rId12" Type="http://schemas.openxmlformats.org/officeDocument/2006/relationships/slide" Target="slides/slide7.xml"/><Relationship Id="rId23" Type="http://schemas.openxmlformats.org/officeDocument/2006/relationships/font" Target="fonts/Comfortaa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3eaaef8e1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3eaaef8e1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3eaaef8e1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3eaaef8e1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3eaaef8e16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3eaaef8e1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3eaaef8e16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3eaaef8e16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3eaaef8e16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3eaaef8e16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3eaaef8e16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3eaaef8e16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3eaaef8e16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3eaaef8e16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3eaaef8e16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3eaaef8e16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3eaaef8e16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3eaaef8e16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3eaaef8e16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3eaaef8e16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3eaaef8e16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3eaaef8e16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3eaaef8e16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3eaaef8e16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3eaaef8e16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3eaaef8e16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3eaaef8e16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3eaaef8e16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3eaaef8e16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3eaaef8e16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3eaaef8e16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3eaaef8e16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Corner Detection</a:t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6203100" y="4493900"/>
            <a:ext cx="2940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Comfortaa"/>
                <a:ea typeface="Comfortaa"/>
                <a:cs typeface="Comfortaa"/>
                <a:sym typeface="Comfortaa"/>
              </a:rPr>
              <a:t>16-385 Computer Vision (Kris Kitani)</a:t>
            </a:r>
            <a:endParaRPr sz="10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Comfortaa"/>
                <a:ea typeface="Comfortaa"/>
                <a:cs typeface="Comfortaa"/>
                <a:sym typeface="Comfortaa"/>
              </a:rPr>
              <a:t>Carnegie Mellon University</a:t>
            </a:r>
            <a:endParaRPr sz="10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Why detect corners?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368275"/>
            <a:ext cx="8520600" cy="285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Image alignment (homography, fundamental matrix)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3D reconstruction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Motion tracking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Object recognition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Indexing and database retrieval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Robot navigation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/>
          <p:cNvPicPr preferRelativeResize="0"/>
          <p:nvPr/>
        </p:nvPicPr>
        <p:blipFill rotWithShape="1">
          <a:blip r:embed="rId3">
            <a:alphaModFix/>
          </a:blip>
          <a:srcRect b="18579" l="9305" r="30739" t="20681"/>
          <a:stretch/>
        </p:blipFill>
        <p:spPr>
          <a:xfrm>
            <a:off x="854225" y="757448"/>
            <a:ext cx="3364000" cy="3741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5"/>
          <p:cNvPicPr preferRelativeResize="0"/>
          <p:nvPr/>
        </p:nvPicPr>
        <p:blipFill rotWithShape="1">
          <a:blip r:embed="rId4">
            <a:alphaModFix/>
          </a:blip>
          <a:srcRect b="3629" l="7919" r="9497" t="12548"/>
          <a:stretch/>
        </p:blipFill>
        <p:spPr>
          <a:xfrm>
            <a:off x="5389950" y="787988"/>
            <a:ext cx="2277550" cy="341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3D object recognition</a:t>
            </a:r>
            <a:endParaRPr/>
          </a:p>
        </p:txBody>
      </p:sp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7900" y="1017725"/>
            <a:ext cx="5908204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863550" y="528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Recognition under occlusion</a:t>
            </a:r>
            <a:endParaRPr/>
          </a:p>
        </p:txBody>
      </p:sp>
      <p:pic>
        <p:nvPicPr>
          <p:cNvPr id="79" name="Google Shape;7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4513" y="1457301"/>
            <a:ext cx="7134974" cy="272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Location Recognition</a:t>
            </a:r>
            <a:endParaRPr/>
          </a:p>
        </p:txBody>
      </p:sp>
      <p:pic>
        <p:nvPicPr>
          <p:cNvPr id="85" name="Google Shape;8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5500" y="1064300"/>
            <a:ext cx="4940829" cy="3820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Robot Localization</a:t>
            </a:r>
            <a:endParaRPr/>
          </a:p>
        </p:txBody>
      </p:sp>
      <p:pic>
        <p:nvPicPr>
          <p:cNvPr id="91" name="Google Shape;9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3175" y="1132325"/>
            <a:ext cx="6124798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Map built over time</a:t>
            </a:r>
            <a:endParaRPr/>
          </a:p>
        </p:txBody>
      </p:sp>
      <p:pic>
        <p:nvPicPr>
          <p:cNvPr id="97" name="Google Shape;9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6800" y="1086975"/>
            <a:ext cx="3832501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Example: Image Matching</a:t>
            </a:r>
            <a:endParaRPr/>
          </a:p>
        </p:txBody>
      </p:sp>
      <p:pic>
        <p:nvPicPr>
          <p:cNvPr id="103" name="Google Shape;10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199" cy="3451497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1"/>
          <p:cNvSpPr txBox="1"/>
          <p:nvPr/>
        </p:nvSpPr>
        <p:spPr>
          <a:xfrm>
            <a:off x="2236050" y="4679350"/>
            <a:ext cx="467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would you find corresponding points?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title"/>
          </p:nvPr>
        </p:nvSpPr>
        <p:spPr>
          <a:xfrm>
            <a:off x="311700" y="399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Where are the corresponding points?</a:t>
            </a:r>
            <a:endParaRPr/>
          </a:p>
        </p:txBody>
      </p:sp>
      <p:pic>
        <p:nvPicPr>
          <p:cNvPr id="110" name="Google Shape;11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8075" y="1117200"/>
            <a:ext cx="7147860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GB" sz="1620"/>
              <a:t>What type of features were you trying to match?</a:t>
            </a:r>
            <a:endParaRPr sz="16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620"/>
              <a:t>Explain to me your thought process.</a:t>
            </a:r>
            <a:endParaRPr sz="1620"/>
          </a:p>
        </p:txBody>
      </p:sp>
      <p:pic>
        <p:nvPicPr>
          <p:cNvPr id="116" name="Google Shape;11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6113" y="1071850"/>
            <a:ext cx="7451766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type="title"/>
          </p:nvPr>
        </p:nvSpPr>
        <p:spPr>
          <a:xfrm>
            <a:off x="417525" y="3529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Pick a point in the image.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 it again in the next image.</a:t>
            </a:r>
            <a:endParaRPr/>
          </a:p>
        </p:txBody>
      </p:sp>
      <p:pic>
        <p:nvPicPr>
          <p:cNvPr id="122" name="Google Shape;12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9922" y="512950"/>
            <a:ext cx="5104350" cy="2822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4"/>
          <p:cNvSpPr txBox="1"/>
          <p:nvPr/>
        </p:nvSpPr>
        <p:spPr>
          <a:xfrm>
            <a:off x="695500" y="4505450"/>
            <a:ext cx="7393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type of feature would you select?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5"/>
          <p:cNvSpPr txBox="1"/>
          <p:nvPr>
            <p:ph type="title"/>
          </p:nvPr>
        </p:nvSpPr>
        <p:spPr>
          <a:xfrm>
            <a:off x="417525" y="3529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Pick a point in the image.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 it again in the next image.</a:t>
            </a:r>
            <a:endParaRPr/>
          </a:p>
        </p:txBody>
      </p:sp>
      <p:sp>
        <p:nvSpPr>
          <p:cNvPr id="129" name="Google Shape;129;p25"/>
          <p:cNvSpPr txBox="1"/>
          <p:nvPr/>
        </p:nvSpPr>
        <p:spPr>
          <a:xfrm>
            <a:off x="695500" y="4505450"/>
            <a:ext cx="7393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type of feature would you select?</a:t>
            </a:r>
            <a:endParaRPr/>
          </a:p>
        </p:txBody>
      </p:sp>
      <p:pic>
        <p:nvPicPr>
          <p:cNvPr id="130" name="Google Shape;13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27075" y="212875"/>
            <a:ext cx="3289847" cy="322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type="title"/>
          </p:nvPr>
        </p:nvSpPr>
        <p:spPr>
          <a:xfrm>
            <a:off x="417525" y="3529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Pick a point in the image.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 it again in the next image.</a:t>
            </a:r>
            <a:endParaRPr/>
          </a:p>
        </p:txBody>
      </p:sp>
      <p:sp>
        <p:nvSpPr>
          <p:cNvPr id="136" name="Google Shape;136;p26"/>
          <p:cNvSpPr txBox="1"/>
          <p:nvPr/>
        </p:nvSpPr>
        <p:spPr>
          <a:xfrm>
            <a:off x="695500" y="4505450"/>
            <a:ext cx="7393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type of feature would you select?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corner!</a:t>
            </a:r>
            <a:endParaRPr/>
          </a:p>
        </p:txBody>
      </p:sp>
      <p:pic>
        <p:nvPicPr>
          <p:cNvPr id="137" name="Google Shape;13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27075" y="212875"/>
            <a:ext cx="3289847" cy="322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do you find a corner?</a:t>
            </a:r>
            <a:endParaRPr/>
          </a:p>
        </p:txBody>
      </p:sp>
      <p:pic>
        <p:nvPicPr>
          <p:cNvPr id="143" name="Google Shape;14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4475" y="1308550"/>
            <a:ext cx="7233251" cy="280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do you find a corner?</a:t>
            </a:r>
            <a:endParaRPr/>
          </a:p>
        </p:txBody>
      </p:sp>
      <p:pic>
        <p:nvPicPr>
          <p:cNvPr id="149" name="Google Shape;14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4475" y="1308550"/>
            <a:ext cx="7233251" cy="28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8"/>
          <p:cNvSpPr txBox="1"/>
          <p:nvPr/>
        </p:nvSpPr>
        <p:spPr>
          <a:xfrm>
            <a:off x="2819700" y="9083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[Moravec 1980]</a:t>
            </a:r>
            <a:endParaRPr/>
          </a:p>
        </p:txBody>
      </p:sp>
      <p:sp>
        <p:nvSpPr>
          <p:cNvPr id="151" name="Google Shape;151;p28"/>
          <p:cNvSpPr txBox="1"/>
          <p:nvPr/>
        </p:nvSpPr>
        <p:spPr>
          <a:xfrm>
            <a:off x="595650" y="4301350"/>
            <a:ext cx="7952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Easily recognized by looking through a small window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Shifting the window should give large change in intensity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1300" y="1035675"/>
            <a:ext cx="6681926" cy="22551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9"/>
          <p:cNvSpPr txBox="1"/>
          <p:nvPr/>
        </p:nvSpPr>
        <p:spPr>
          <a:xfrm>
            <a:off x="929800" y="3341325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1"/>
                </a:solidFill>
              </a:rPr>
              <a:t>“flat”</a:t>
            </a:r>
            <a:r>
              <a:rPr lang="en-GB"/>
              <a:t> region: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 change in all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directions</a:t>
            </a:r>
            <a:endParaRPr/>
          </a:p>
        </p:txBody>
      </p:sp>
      <p:sp>
        <p:nvSpPr>
          <p:cNvPr id="158" name="Google Shape;158;p29"/>
          <p:cNvSpPr txBox="1"/>
          <p:nvPr/>
        </p:nvSpPr>
        <p:spPr>
          <a:xfrm>
            <a:off x="3152275" y="3258150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1"/>
                </a:solidFill>
              </a:rPr>
              <a:t>“edge”</a:t>
            </a:r>
            <a:r>
              <a:rPr lang="en-GB"/>
              <a:t>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 change along the edge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direction</a:t>
            </a:r>
            <a:endParaRPr/>
          </a:p>
        </p:txBody>
      </p:sp>
      <p:sp>
        <p:nvSpPr>
          <p:cNvPr id="159" name="Google Shape;159;p29"/>
          <p:cNvSpPr txBox="1"/>
          <p:nvPr/>
        </p:nvSpPr>
        <p:spPr>
          <a:xfrm>
            <a:off x="5669625" y="3290825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1"/>
                </a:solidFill>
              </a:rPr>
              <a:t>“corner”</a:t>
            </a:r>
            <a:r>
              <a:rPr lang="en-GB"/>
              <a:t>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significant change in all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directions</a:t>
            </a:r>
            <a:endParaRPr/>
          </a:p>
        </p:txBody>
      </p:sp>
      <p:sp>
        <p:nvSpPr>
          <p:cNvPr id="160" name="Google Shape;160;p29"/>
          <p:cNvSpPr txBox="1"/>
          <p:nvPr/>
        </p:nvSpPr>
        <p:spPr>
          <a:xfrm>
            <a:off x="6017375" y="45130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[Moravec 1980]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